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66293" l="0" r="50564" t="0"/>
          <a:stretch/>
        </p:blipFill>
        <p:spPr>
          <a:xfrm>
            <a:off x="290550" y="790125"/>
            <a:ext cx="11610574" cy="52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66056" l="50010" r="0" t="0"/>
          <a:stretch/>
        </p:blipFill>
        <p:spPr>
          <a:xfrm>
            <a:off x="151200" y="661925"/>
            <a:ext cx="11889274" cy="53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34402" l="0" r="50532" t="34368"/>
          <a:stretch/>
        </p:blipFill>
        <p:spPr>
          <a:xfrm>
            <a:off x="56150" y="995350"/>
            <a:ext cx="12079377" cy="50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4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34383" l="49865" r="0" t="34448"/>
          <a:stretch/>
        </p:blipFill>
        <p:spPr>
          <a:xfrm>
            <a:off x="183650" y="1002750"/>
            <a:ext cx="11824374" cy="49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67127" t="66324"/>
          <a:stretch/>
        </p:blipFill>
        <p:spPr>
          <a:xfrm>
            <a:off x="1199675" y="142213"/>
            <a:ext cx="9625536" cy="657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33399" r="34998" t="66016"/>
          <a:stretch/>
        </p:blipFill>
        <p:spPr>
          <a:xfrm>
            <a:off x="1404744" y="66062"/>
            <a:ext cx="9382180" cy="67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65536" r="0" t="65937"/>
          <a:stretch/>
        </p:blipFill>
        <p:spPr>
          <a:xfrm>
            <a:off x="1069275" y="116800"/>
            <a:ext cx="10053124" cy="662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